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0116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libri"/>
              </a:rPr>
              <a:t>WiringRobot.ConnectionPointDetector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880360"/>
            <a:ext cx="10332720" cy="36576"/>
          </a:xfrm>
          <a:prstGeom prst="rect">
            <a:avLst/>
          </a:prstGeom>
          <a:solidFill>
            <a:srgbClr val="009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99008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Finding wire entry points on terminal blocks, straight from the CAD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Calibri"/>
              </a:rPr>
              <a:t>Bora Bayrakci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23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9090"/>
                </a:solidFill>
                <a:latin typeface="Calibri"/>
              </a:rPr>
              <a:t>R&amp;D RAS  |  Friedhelm Loh Group  |  29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What It Does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The 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7373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A wiring robot has to know where to push the wire in.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Today someone teaches every terminal type by hand.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There are thousands of types in the catalogue. That does not scale.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883C"/>
                </a:solidFill>
                <a:latin typeface="Calibri"/>
              </a:rPr>
              <a:t>What my system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7373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You give it one CAD file. Nothing else.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It returns every wire opening: where it is, which way it points, how deep.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It takes seconds, and it gives the same answer every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69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Why a simple CAD script cannot do this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348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A wire opening and a screwdriver opening have the same shape. Only their purpose differs, and shape alone cannot tell you the purpose.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The manufacturer marks the contact seat, which sits 5 to 25 mm inside the part. The robot needs the mouth on the surface. My system converts one to the 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The Pipeline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1965960"/>
            <a:ext cx="1481328" cy="960120"/>
          </a:xfrm>
          <a:prstGeom prst="roundRect">
            <a:avLst/>
          </a:prstGeom>
          <a:solidFill>
            <a:srgbClr val="EDF3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STEP file</a:t>
            </a:r>
          </a:p>
          <a:p>
            <a:pPr algn="ctr"/>
            <a:r>
              <a:rPr sz="900">
                <a:solidFill>
                  <a:srgbClr val="404040"/>
                </a:solidFill>
                <a:latin typeface="Calibri"/>
              </a:rPr>
              <a:t>CAD 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84832" y="1965960"/>
            <a:ext cx="1481328" cy="960120"/>
          </a:xfrm>
          <a:prstGeom prst="roundRect">
            <a:avLst/>
          </a:prstGeom>
          <a:solidFill>
            <a:srgbClr val="EDF3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Tessellation</a:t>
            </a:r>
          </a:p>
          <a:p>
            <a:pPr algn="ctr"/>
            <a:r>
              <a:rPr sz="900">
                <a:solidFill>
                  <a:srgbClr val="404040"/>
                </a:solidFill>
                <a:latin typeface="Calibri"/>
              </a:rPr>
              <a:t>gmsh, 0.5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5304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85616" y="1965960"/>
            <a:ext cx="1481328" cy="960120"/>
          </a:xfrm>
          <a:prstGeom prst="roundRect">
            <a:avLst/>
          </a:prstGeom>
          <a:solidFill>
            <a:srgbClr val="EDF3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Remesh</a:t>
            </a:r>
          </a:p>
          <a:p>
            <a:pPr algn="ctr"/>
            <a:r>
              <a:rPr sz="900">
                <a:solidFill>
                  <a:srgbClr val="404040"/>
                </a:solidFill>
                <a:latin typeface="Calibri"/>
              </a:rPr>
              <a:t>6 000 vertices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1965960"/>
            <a:ext cx="1481328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Segmentation</a:t>
            </a:r>
          </a:p>
          <a:p>
            <a:pPr algn="ctr"/>
            <a:r>
              <a:rPr sz="900">
                <a:solidFill>
                  <a:srgbClr val="E8F2F8"/>
                </a:solidFill>
                <a:latin typeface="Calibri"/>
              </a:rPr>
              <a:t>4 x DiffusionNet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87184" y="1965960"/>
            <a:ext cx="1481328" cy="960120"/>
          </a:xfrm>
          <a:prstGeom prst="roundRect">
            <a:avLst/>
          </a:prstGeom>
          <a:solidFill>
            <a:srgbClr val="EDF3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Find openings</a:t>
            </a:r>
          </a:p>
          <a:p>
            <a:pPr algn="ctr"/>
            <a:r>
              <a:rPr sz="900">
                <a:solidFill>
                  <a:srgbClr val="404040"/>
                </a:solidFill>
                <a:latin typeface="Calibri"/>
              </a:rPr>
              <a:t>connected components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7656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87968" y="1965960"/>
            <a:ext cx="1481328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Wire / tool filter</a:t>
            </a:r>
          </a:p>
          <a:p>
            <a:pPr algn="ctr"/>
            <a:r>
              <a:rPr sz="900">
                <a:solidFill>
                  <a:srgbClr val="E8F2F8"/>
                </a:solidFill>
                <a:latin typeface="Calibri"/>
              </a:rPr>
              <a:t>random forest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88752" y="1965960"/>
            <a:ext cx="1481328" cy="960120"/>
          </a:xfrm>
          <a:prstGeom prst="roundRect">
            <a:avLst/>
          </a:prstGeom>
          <a:solidFill>
            <a:srgbClr val="EDF3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Robot output</a:t>
            </a:r>
          </a:p>
          <a:p>
            <a:pPr algn="ctr"/>
            <a:r>
              <a:rPr sz="900">
                <a:solidFill>
                  <a:srgbClr val="404040"/>
                </a:solidFill>
                <a:latin typeface="Calibri"/>
              </a:rPr>
              <a:t>point + axis + depth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2461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Blue boxes are learned. The rest is fixed geometry.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639312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Remesh:</a:t>
            </a:r>
            <a:r>
              <a:rPr sz="1400">
                <a:solidFill>
                  <a:srgbClr val="404040"/>
                </a:solidFill>
                <a:latin typeface="Calibri"/>
              </a:rPr>
              <a:t> I rebuild every CAD surface at the same point density the network was trained on. Before I did this, the model did not work on real CAD files at all. This one step is what made it work.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Wire / tool filter:</a:t>
            </a:r>
            <a:r>
              <a:rPr sz="1400">
                <a:solidFill>
                  <a:srgbClr val="404040"/>
                </a:solidFill>
                <a:latin typeface="Calibri"/>
              </a:rPr>
              <a:t> the network can find an opening but cannot say whether a wire or a screwdriver goes in. So I trained a second, small model just for that. It raised precision from 61% to 75%.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Everything else is deterministic:</a:t>
            </a:r>
            <a:r>
              <a:rPr sz="1400">
                <a:solidFill>
                  <a:srgbClr val="404040"/>
                </a:solidFill>
                <a:latin typeface="Calibri"/>
              </a:rPr>
              <a:t> same file in, same coordinates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The Models I 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389888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Component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1389888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1389888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Function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138988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Training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1773936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1865376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Segmentation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1865376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DiffusionNet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9" y="1865376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labels every surface vertex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9" y="186537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102 labelled parts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286000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Ensemble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2286000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4 models, combined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2286000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recovers openings one model misses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2286000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4 training runs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06624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Opening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2706624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connected components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79" y="2706624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groups vertices into one opening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19" y="270662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none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127248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Insertion axis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3127248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ray probing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79" y="3127248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gives the robot its approach vector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19" y="312724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none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547872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Wire / tool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360" y="3547872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Random Forest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79" y="3547872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removes openings that take no wire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19" y="354787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1 906 parts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3968496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Regime router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3968496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Random Forest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968496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selects settings per part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19" y="396849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1 906 parts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6451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Two different kinds of training 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102 labelled parts are hand-painted vertex by vertex.</a:t>
            </a:r>
            <a:r>
              <a:rPr sz="1400">
                <a:solidFill>
                  <a:srgbClr val="404040"/>
                </a:solidFill>
                <a:latin typeface="Calibri"/>
              </a:rPr>
              <a:t> That is the only way to train this kind of network, and it costs hours per part.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1 906 catalogue parts are point lists from the manufacturer.</a:t>
            </a:r>
            <a:r>
              <a:rPr sz="1400">
                <a:solidFill>
                  <a:srgbClr val="404040"/>
                </a:solidFill>
                <a:latin typeface="Calibri"/>
              </a:rPr>
              <a:t> They train the gate and carry every score in this deck.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Calibri"/>
              </a:rPr>
              <a:t>The Words I Use in This </a:t>
            </a:r>
            <a:r>
              <a:rPr lang="en-GB" sz="2600" b="1">
                <a:solidFill>
                  <a:srgbClr val="1F4E79"/>
                </a:solidFill>
                <a:latin typeface="Calibri"/>
              </a:rPr>
              <a:t>Presentation</a:t>
            </a:r>
            <a:endParaRPr sz="2600" b="1" dirty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13716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Term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1371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Definition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1719072"/>
            <a:ext cx="55778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8105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Connection point (CP)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18105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one wire opening: position + 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194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Mesh / vertex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2194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the 3D surface as triangles; a vertex is a corner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5786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Segmentation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25786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labelling every vertex with what it 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96265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Remeshing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29626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rebuilding the surface at a chosen point density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346703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Ensemble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334670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several models voting together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13716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Metric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1371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Definition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1719072"/>
            <a:ext cx="51206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18105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Precision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18105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of the openings I report, how many are real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1945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Recall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2194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of the real openings, how many I find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25786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F1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5786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precision and recall combined into one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296265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IoU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9626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how well my labels overlap the correct ones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3346703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Dice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334670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same idea as IoU, scored a little more softly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Two words about how I 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8006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Out-of-fold:</a:t>
            </a:r>
            <a:r>
              <a:rPr sz="1400">
                <a:solidFill>
                  <a:srgbClr val="404040"/>
                </a:solidFill>
                <a:latin typeface="Calibri"/>
              </a:rPr>
              <a:t> a part is only ever scored by a model that never saw it in training.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Hold-out:</a:t>
            </a:r>
            <a:r>
              <a:rPr sz="1400">
                <a:solidFill>
                  <a:srgbClr val="404040"/>
                </a:solidFill>
                <a:latin typeface="Calibri"/>
              </a:rPr>
              <a:t> a set of parts I locked away before training and opened once, at the end. I did not tune anything against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Compared to the Master 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32588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132588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Master 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32588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My system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1618488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170992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Mean IoU (my shipped model)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170992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51.4%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70992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63.3%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03911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Classes over the 50% usable 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203911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not reported per class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03911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4 of 5   (best model: 5 of 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36829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Training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236829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synthetic plus a little real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36829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1 906 real catalogue parts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697479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2697479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one split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2697479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out-of-fold, families kept apart, locked hold-out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026663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What comes 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3026663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a labelled surface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026663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point, axis, approach direction, depth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355847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Connection-point F1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3355847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not measured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3355847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62.5%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How I got from the thesis result to mine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1.</a:t>
            </a:r>
            <a:r>
              <a:rPr sz="1400">
                <a:solidFill>
                  <a:srgbClr val="404040"/>
                </a:solidFill>
                <a:latin typeface="Calibri"/>
              </a:rPr>
              <a:t> I rebuilt every mesh at one fixed density. The thesis trained and tested on similar meshes; real CAD files look different, and that gap was the whole problem.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2.</a:t>
            </a:r>
            <a:r>
              <a:rPr sz="1400">
                <a:solidFill>
                  <a:srgbClr val="404040"/>
                </a:solidFill>
                <a:latin typeface="Calibri"/>
              </a:rPr>
              <a:t> I replaced CAD-derived labels with real catalogue data. CAD labels only agree with a human 46% of the time, so they capped the result.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3.</a:t>
            </a:r>
            <a:r>
              <a:rPr sz="1400">
                <a:solidFill>
                  <a:srgbClr val="404040"/>
                </a:solidFill>
                <a:latin typeface="Calibri"/>
              </a:rPr>
              <a:t> I grew the data from 914 to 1 753 parts and added the wire / tool filter, which the thesis does not have at 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What the Thesis Does Not Solve for a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3716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No coordinates for the robot.</a:t>
            </a:r>
            <a:r>
              <a:rPr sz="1400">
                <a:solidFill>
                  <a:srgbClr val="404040"/>
                </a:solidFill>
                <a:latin typeface="Calibri"/>
              </a:rPr>
              <a:t> The thesis outputs a labelled surface. A robot cannot drive to a colour. I derive the opening mouth, the insertion axis, the approach vector and the depth, so the output is an instruction the robot can execute.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Wire and tool openings are one class by design.</a:t>
            </a:r>
            <a:r>
              <a:rPr sz="1400">
                <a:solidFill>
                  <a:srgbClr val="404040"/>
                </a:solidFill>
                <a:latin typeface="Calibri"/>
              </a:rPr>
              <a:t> The thesis class Contact covers both the contact and the screwdriver slot. A robot following it would push wire into a tool opening. I added a separate classifier for exactly this decision: precision 60.7% to 75.1%.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The model does not survive real CAD files.</a:t>
            </a:r>
            <a:r>
              <a:rPr sz="1400">
                <a:solidFill>
                  <a:srgbClr val="404040"/>
                </a:solidFill>
                <a:latin typeface="Calibri"/>
              </a:rPr>
              <a:t> Training and test meshes in the thesis look alike; production STEP files do not. I rebuild every surface at one fixed vertex density before inference, and that is what made the model transfer at all.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One split can hide a leak.</a:t>
            </a:r>
            <a:r>
              <a:rPr sz="1400">
                <a:solidFill>
                  <a:srgbClr val="404040"/>
                </a:solidFill>
                <a:latin typeface="Calibri"/>
              </a:rPr>
              <a:t> Terminal variants differ by millimetres, so a sibling part on the other side of a random split inflates the score. I group by product family, score out-of-fold, and keep a hold-out that was opened once.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The product metric is never measured.</a:t>
            </a:r>
            <a:r>
              <a:rPr sz="1400">
                <a:solidFill>
                  <a:srgbClr val="404040"/>
                </a:solidFill>
                <a:latin typeface="Calibri"/>
              </a:rPr>
              <a:t> The thesis reports IoU only, which says how well the surface is labelled, not whether the openings are found. I measure CP-F1 against manufacturer data on 1 906 parts: 76.0%.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The Settings I Run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4630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Geometry parameter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14630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1755648"/>
            <a:ext cx="521208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8470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Tessellation deflection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18470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0.5 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1762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Vertices per part after remesh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217627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6 000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50545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Spectral basis (k_eig)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25054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834639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Minimum opening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2834639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4 vertices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6382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Vertex confidence mask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163823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93007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Terminal merge radius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493007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3.0 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14630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Decision parameter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14630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Value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1755648"/>
            <a:ext cx="530352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60" y="184708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Ensemble members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18470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21762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Votes required to keep a candidate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217627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50545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Gate threshold, low CP density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5054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40%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2834639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Gate threshold, high CP density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2834639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35%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3163823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Auto-accept gate 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3163823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60%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3493007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Matching tolerance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493007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6% of part diagonal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I did not pick these thresholds by eye.</a:t>
            </a:r>
            <a:r>
              <a:rPr sz="1400">
                <a:solidFill>
                  <a:srgbClr val="404040"/>
                </a:solidFill>
                <a:latin typeface="Calibri"/>
              </a:rPr>
              <a:t> I searched them with the part families kept apart, so the search could not cheat. It landed on the value already in the product in 5 out of 5 folds.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Segmentation: How Well It Labels the Surface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29844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Mean IoU  (metric used by the master thesis)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79" y="129844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2984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Difference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1591055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1682495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Master thesis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1682495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51.4%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1682495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011679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My model, the one in the 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79" y="2011679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63.3%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011679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+11.9 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340863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My best model, not shipped yet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79" y="2340863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68.1%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340863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+16.7 points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892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Class (product model)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278892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IoU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278892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Above 50%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054096"/>
            <a:ext cx="55778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3145536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Housing  (the body)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314553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77.3%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314553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447288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CableEntry  (wire opening)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344728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68.8%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344728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749039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Contact  (metal contact)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374903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64.6%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3749039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050791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LabelSurface  (label area)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4050791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64.2%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4050791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352544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SnapPoint  (rail clip)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435254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45.4%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435254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278892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What the 50% line means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3127248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50% IoU is the bar the thesis itself calls usable: above it, the labelled area matches the true area more than it misses it.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4 of my 5 classes clear it. The one that does not is SnapPoint, the clip that holds the terminal on the rail. It has nothing to do with finding wire openings.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CableEntry, the class the robot actually depends on, sits at 68.8%.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89204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Accuracy 83.1%   ·   Dice 74.6%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230368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Same classes and same metric as the thesis. I quote the model I ship, not my best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Connection Points: How Well It Finds the Openings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37160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Evaluation frame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CP-F1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13716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Definition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1664207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175564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The running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17556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62.5%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17556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what the robot gets today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084831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Robot-ready (2 mm + 10 deg axis)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2084831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41.6%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2084831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what the robot can actually act 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414015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Same system, weaker split (siblings shared)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59" y="2414015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77.9%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2414015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inflated by geometric twins -- I do not quote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43199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Ceiling with a perfect filter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59" y="2743199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89.4%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2743199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the best this design could ever reach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What the wire / tool filter is worth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06908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Precision went from 60.7% to 75.1%</a:t>
            </a:r>
            <a:r>
              <a:rPr sz="1400">
                <a:solidFill>
                  <a:srgbClr val="404040"/>
                </a:solidFill>
                <a:latin typeface="Calibri"/>
              </a:rPr>
              <a:t> and recall barely moved (68.4% to 65.1%). So three out of four picks are now correct instead of three out of five.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I report the hold-out number, not the development one.</a:t>
            </a:r>
            <a:r>
              <a:rPr sz="1400">
                <a:solidFill>
                  <a:srgbClr val="404040"/>
                </a:solidFill>
                <a:latin typeface="Calibri"/>
              </a:rPr>
              <a:t> Development numbers in this field run about three times too optimistic, and mine did too.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Calibri"/>
              </a:rPr>
              <a:t>Where It Works Well, and Where It Does Not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444752"/>
            <a:ext cx="3017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1444752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F4E79"/>
                </a:solidFill>
                <a:latin typeface="Calibri"/>
              </a:rPr>
              <a:t>Low CP density
fewer than 8 connection points</a:t>
            </a:r>
            <a:endParaRPr lang="en-GB" sz="1300" b="1" dirty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89520" y="1444752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High CP density
8 connection points or more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103120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215798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Share of catalogue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215798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D2D2D"/>
                </a:solidFill>
                <a:latin typeface="Calibri"/>
              </a:rPr>
              <a:t>89.5%</a:t>
            </a:r>
            <a:endParaRPr lang="en-GB" sz="1400" b="1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89520" y="215798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10.5%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5420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Representative types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25420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04040"/>
                </a:solidFill>
                <a:latin typeface="Calibri"/>
              </a:rPr>
              <a:t>single- and double-level feed-through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5420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distribution and marshalling blocks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9260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CP-F1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292607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61.8%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92607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68.2%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3101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Limiting factor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33101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precision: openings that carry no wire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3101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recall: fewer openings fire at 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Operating mode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369417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automatic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69417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automatic with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315968"/>
            <a:ext cx="11064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Low CP density covers 89.5% of the catalogue</a:t>
            </a:r>
            <a:r>
              <a:rPr sz="1400">
                <a:solidFill>
                  <a:srgbClr val="404040"/>
                </a:solidFill>
                <a:latin typeface="Calibri"/>
              </a:rPr>
              <a:t>, so the system is usable across most part numbers today.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The high-density deficit had an arithmetic cause.</a:t>
            </a:r>
            <a:r>
              <a:rPr sz="1400">
                <a:solidFill>
                  <a:srgbClr val="404040"/>
                </a:solidFill>
                <a:latin typeface="Calibri"/>
              </a:rPr>
              <a:t> 82.7% of those openings occupied fewer than 30 mesh vertices while the extraction filter required 30. Lowering the threshold for this regime moved it from 55.0% to 77.1%.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Scores are weighted by the true catalogue distribution.</a:t>
            </a:r>
            <a:r>
              <a:rPr sz="1400">
                <a:solidFill>
                  <a:srgbClr val="404040"/>
                </a:solidFill>
                <a:latin typeface="Calibri"/>
              </a:rPr>
              <a:t> An unweighted average over my test sample would have overstated the result by up to 10 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Calibri"/>
              </a:rPr>
              <a:t>One Part It Gets Right, One It Gets Wrong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22529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883C"/>
                </a:solidFill>
                <a:latin typeface="Calibri"/>
              </a:rPr>
              <a:t>Right:  PXC 3213608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11081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90D0"/>
                </a:solidFill>
                <a:latin typeface="Calibri"/>
              </a:rPr>
              <a:t>•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4 openings out of 4 found, nothing invented. F1 100%.</a:t>
            </a: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90D0"/>
                </a:solidFill>
                <a:latin typeface="Calibri"/>
              </a:rPr>
              <a:t>•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Direction error 0 degrees, position error 1.3 mm. The robot needs under 2 mm.</a:t>
            </a: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90D0"/>
                </a:solidFill>
                <a:latin typeface="Calibri"/>
              </a:rPr>
              <a:t>•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Round, recessed openings on one face, well separated.</a:t>
            </a:r>
            <a:endParaRPr lang="en-GB" sz="14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99632" y="122529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Calibri"/>
              </a:rPr>
              <a:t>Wrong:  PXC 3071356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3911081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0 out of 4 found, and 2 wrong picks. F1 0%.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Spring-clamp openings with no round hole. The network does not react to them.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The two wrong picks are screw openings that look the same as wire openings.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0235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I show the failure on 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31536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 dirty="0">
                <a:solidFill>
                  <a:srgbClr val="0090D0"/>
                </a:solidFill>
                <a:latin typeface="Calibri"/>
              </a:rPr>
              <a:t>•  </a:t>
            </a:r>
            <a:r>
              <a:rPr sz="1250" dirty="0">
                <a:solidFill>
                  <a:srgbClr val="404040"/>
                </a:solidFill>
                <a:latin typeface="Calibri"/>
              </a:rPr>
              <a:t>Because I know why it fails. It is the wire-versus-tool confusion, not random error.</a:t>
            </a:r>
          </a:p>
          <a:p>
            <a:pPr>
              <a:spcAft>
                <a:spcPts val="800"/>
              </a:spcAft>
            </a:pPr>
            <a:r>
              <a:rPr sz="1250" b="1" dirty="0">
                <a:solidFill>
                  <a:srgbClr val="0090D0"/>
                </a:solidFill>
                <a:latin typeface="Calibri"/>
              </a:rPr>
              <a:t>•  </a:t>
            </a:r>
            <a:r>
              <a:rPr sz="1250" dirty="0">
                <a:solidFill>
                  <a:srgbClr val="404040"/>
                </a:solidFill>
                <a:latin typeface="Calibri"/>
              </a:rPr>
              <a:t>And I checked that it is not a lack of data. Letting the model train on the exact parts it is tested on only gains 0.3 points.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8AAC5-4049-5262-0D16-04BE674F8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91056"/>
            <a:ext cx="5532120" cy="21737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35CD6A-FE66-94B8-DC72-D5A98053B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91056"/>
            <a:ext cx="5532120" cy="21737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29.07.2026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What I Would Do 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4173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Next step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141732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Expected effect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4173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1709928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180136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Retrain the filter on all 1 906 parts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59" y="180136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+12.7 points, measured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180136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1305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Turn on two modes I already measured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213055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+2.8 points on the older base; needs re-measuring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1305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45973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Try my better segmentation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59" y="245973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4.8 IoU points higher, never tested for F1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45973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untested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89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Higher mesh resolution for high-CP-density parts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59" y="278892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measured: high CP +8.1, low CP -10.8, net -8.8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7889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dropped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118103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A signal that is not geometric</a:t>
            </a:r>
          </a:p>
        </p:txBody>
      </p:sp>
      <p:sp>
        <p:nvSpPr>
          <p:cNvPr id="2" name="TextBox 41"/>
          <p:cNvSpPr txBox="1"/>
          <p:nvPr/>
        </p:nvSpPr>
        <p:spPr>
          <a:xfrm>
            <a:off x="548640" y="344728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Close the high-CP-density 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59" y="3118103"/>
            <a:ext cx="4023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404040"/>
                </a:solidFill>
                <a:latin typeface="Calibri"/>
              </a:rPr>
              <a:t>colour</a:t>
            </a:r>
            <a:r>
              <a:rPr sz="1400" b="0" dirty="0">
                <a:solidFill>
                  <a:srgbClr val="404040"/>
                </a:solidFill>
                <a:latin typeface="Calibri"/>
              </a:rPr>
              <a:t> was tried and measured flat; still the only way past the ceiling</a:t>
            </a:r>
            <a:endParaRPr lang="en-GB" sz="1400" b="0" dirty="0">
              <a:solidFill>
                <a:srgbClr val="404040"/>
              </a:solidFill>
              <a:latin typeface="Calibri"/>
            </a:endParaRPr>
          </a:p>
          <a:p>
            <a:pPr algn="l"/>
            <a:endParaRPr lang="en-GB" sz="1400" dirty="0">
              <a:solidFill>
                <a:srgbClr val="404040"/>
              </a:solidFill>
              <a:latin typeface="Calibri"/>
            </a:endParaRPr>
          </a:p>
          <a:p>
            <a:pPr algn="l"/>
            <a:endParaRPr sz="1400" b="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" name="TextBox 42"/>
          <p:cNvSpPr txBox="1"/>
          <p:nvPr/>
        </p:nvSpPr>
        <p:spPr>
          <a:xfrm>
            <a:off x="5394959" y="344728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404040"/>
                </a:solidFill>
                <a:latin typeface="Calibri"/>
              </a:rPr>
              <a:t>every error there is a miss, not a wrong pick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118103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open</a:t>
            </a:r>
          </a:p>
        </p:txBody>
      </p:sp>
      <p:sp>
        <p:nvSpPr>
          <p:cNvPr id="4" name="TextBox 43"/>
          <p:cNvSpPr txBox="1"/>
          <p:nvPr/>
        </p:nvSpPr>
        <p:spPr>
          <a:xfrm>
            <a:off x="9418320" y="344728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next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And what I will not claim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The ceiling is 89.4%. The wrong picks that survive are real openings that simply do not take a wire, and no threshold setting removes them.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Threshold tuning is finished, and so is more data from this catalogue. Of 873 parts I was missing, only 7 are published as STEP; the rest exist only in a format a mesh pipeline cannot read. What is left is a new kind of signal.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a28a66c-3c7f-463f-9f3d-483220f1d838}" enabled="1" method="Standard" siteId="{a8218bc3-7d4c-4a61-b912-a6ca487118d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2452</Words>
  <Application>Microsoft Office PowerPoint</Application>
  <PresentationFormat>Custom</PresentationFormat>
  <Paragraphs>380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Bora Ilban Bayrakci</cp:lastModifiedBy>
  <cp:revision>3</cp:revision>
  <dcterms:created xsi:type="dcterms:W3CDTF">2013-01-27T09:14:16Z</dcterms:created>
  <dcterms:modified xsi:type="dcterms:W3CDTF">2026-07-30T12:23:28Z</dcterms:modified>
  <cp:category/>
</cp:coreProperties>
</file>